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小学五年级 - 40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教学目标展开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教学步骤（40分钟）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课堂互动设计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课堂互动设计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PPT大纲设计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