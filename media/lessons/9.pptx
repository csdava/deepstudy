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小学五年级 - 40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</a:t>
            </a:r>
          </a:p>
          <a:p/>
          <a:p>
            <a:r>
              <a:t>*   **知识与技能:**</a:t>
            </a:r>
          </a:p>
          <a:p>
            <a:r>
              <a:t>    *   正确、流利、有感情地朗读古诗《静夜思》，背诵古诗。</a:t>
            </a:r>
          </a:p>
          <a:p>
            <a:r>
              <a:t>    *   认识生字“床、疑、举、望、低”，理解诗中重点词语的意思，如“床前明月光”、“疑是地上霜”、“举头望明月”、“低头思故乡”。</a:t>
            </a:r>
          </a:p>
          <a:p>
            <a:r>
              <a:t>    *   了解古诗的基本特点，如押韵、对仗等。</a:t>
            </a:r>
          </a:p>
          <a:p>
            <a:r>
              <a:t>*   **过程与方法:**</a:t>
            </a:r>
          </a:p>
          <a:p>
            <a:r>
              <a:t>    *   通过图片、视频等多媒体手段，创设情境，帮助学生理解诗意。</a:t>
            </a:r>
          </a:p>
          <a:p>
            <a:r>
              <a:t>    *   通过朗读、想象、讨论等方式，体会诗人的思乡之情。</a:t>
            </a:r>
          </a:p>
          <a:p>
            <a:r>
              <a:t>    *   学习借助注释理解古诗的方法。</a:t>
            </a:r>
          </a:p>
          <a:p>
            <a:r>
              <a:t>*   **情感态度与价值观:**</a:t>
            </a:r>
          </a:p>
          <a:p>
            <a:r>
              <a:t>    *   感受古诗的优美意境，激发学生学习古诗的兴趣。</a:t>
            </a:r>
          </a:p>
          <a:p>
            <a:r>
              <a:t>    *   体会诗人的思乡之情，培养学生热爱家乡的情感。</a:t>
            </a:r>
          </a:p>
          <a:p/>
          <a:p>
            <a:r>
              <a:t>**二、 教学重难点**</a:t>
            </a:r>
          </a:p>
          <a:p/>
          <a:p>
            <a:r>
              <a:t>*   **重点:** 理解古诗的意思，体会诗人的思乡之情。</a:t>
            </a:r>
          </a:p>
          <a:p>
            <a:r>
              <a:t>*   **难点:** 了解古诗的写作背景，理解“床前明月光”中“床”的含义。</a:t>
            </a:r>
          </a:p>
          <a:p/>
          <a:p>
            <a:r>
              <a:t>**三、 教学准备**</a:t>
            </a:r>
          </a:p>
          <a:p/>
          <a:p>
            <a:r>
              <a:t>*   多媒体课件（包含《静夜思》古诗、图片、朗读音频等）</a:t>
            </a:r>
          </a:p>
          <a:p>
            <a:r>
              <a:t>*   生字卡片</a:t>
            </a:r>
          </a:p>
          <a:p>
            <a:r>
              <a:t>*   黑板</a:t>
            </a:r>
          </a:p>
          <a:p/>
          <a:p>
            <a:r>
              <a:t>**四、 教学过程**</a:t>
            </a:r>
          </a:p>
          <a:p/>
          <a:p>
            <a:r>
              <a:t>**(一) 导入 (5分钟)**</a:t>
            </a:r>
          </a:p>
          <a:p/>
          <a:p>
            <a:r>
              <a:t>1.  **谈话导入:**</a:t>
            </a:r>
          </a:p>
          <a:p>
            <a:r>
              <a:t>    *   教师: “同学们，你们有没有离开过家？离开家的时候，你们会想家吗？想家的时候，你们会做些什么呢？”</a:t>
            </a:r>
          </a:p>
          <a:p>
            <a:r>
              <a:t>    *   学生自由发言。</a:t>
            </a:r>
          </a:p>
          <a:p>
            <a:r>
              <a:t>2.  **揭示课题:**</a:t>
            </a:r>
          </a:p>
          <a:p>
            <a:r>
              <a:t>    *   教师: “今天，我们要学习一首古诗，这首诗就是写诗人离开家乡后，在夜晚思念家乡的感情。这首诗的题目叫《静夜思》。”</a:t>
            </a:r>
          </a:p>
          <a:p>
            <a:r>
              <a:t>    *   板书课题，学生齐读课题。</a:t>
            </a:r>
          </a:p>
          <a:p/>
          <a:p>
            <a:r>
              <a:t>**(二) 新授 (20分钟)**</a:t>
            </a:r>
          </a:p>
          <a:p/>
          <a:p>
            <a:r>
              <a:t>1.  **初读古诗，感知内容:**</a:t>
            </a:r>
          </a:p>
          <a:p>
            <a:r>
              <a:t>    *   教师播放《静夜思》朗读音频，学生听读。</a:t>
            </a:r>
          </a:p>
          <a:p>
            <a:r>
              <a:t>    *   学生自由朗读古诗，教师纠正字音。</a:t>
            </a:r>
          </a:p>
          <a:p>
            <a:r>
              <a:t>    *   指名朗读，师生评议。</a:t>
            </a:r>
          </a:p>
          <a:p>
            <a:r>
              <a:t>2.  **学习生字:**</a:t>
            </a:r>
          </a:p>
          <a:p>
            <a:r>
              <a:t>    *   出示生字卡片，学习“床、疑、举、望、低”。</a:t>
            </a:r>
          </a:p>
          <a:p>
            <a:r>
              <a:t>    *   指导学生书写生字，注意笔顺和结构。</a:t>
            </a:r>
          </a:p>
          <a:p>
            <a:r>
              <a:t>3.  **理解诗意:**</a:t>
            </a:r>
          </a:p>
          <a:p>
            <a:r>
              <a:t>    *   教师逐句讲解古诗，引导学生理解诗句的意思。</a:t>
            </a:r>
          </a:p>
          <a:p>
            <a:r>
              <a:t>        *   “床前明月光”: 明亮的月光照在床前。</a:t>
            </a:r>
          </a:p>
          <a:p>
            <a:r>
              <a:t>        *   “疑是地上霜”: 怀疑是地上铺了一层霜。</a:t>
            </a:r>
          </a:p>
          <a:p>
            <a:r>
              <a:t>        *   “举头望明月”: 抬起头来看天上的明月。</a:t>
            </a:r>
          </a:p>
          <a:p>
            <a:r>
              <a:t>        *   “低头思故乡”: 低下头来思念故乡。</a:t>
            </a:r>
          </a:p>
          <a:p>
            <a:r>
              <a:t>    *   解释“床”的含义: 在古代，“床”指的是井栏，也有人认为是睡觉的床。</a:t>
            </a:r>
          </a:p>
          <a:p>
            <a:r>
              <a:t>    *   引导学生想象诗人当时的情景，体会诗人的思乡之情。</a:t>
            </a:r>
          </a:p>
          <a:p>
            <a:r>
              <a:t>4.  **了解写作背景:**</a:t>
            </a:r>
          </a:p>
          <a:p>
            <a:r>
              <a:t>    *   教师简要介绍李白创作《静夜思》的背景: 李白年轻时离开家乡，四处游历，在一个安静的夜晚，他望着明月，思念起家乡的亲人，写下了这首诗。</a:t>
            </a:r>
          </a:p>
          <a:p>
            <a:r>
              <a:t>5.  **朗读指导:**</a:t>
            </a:r>
          </a:p>
          <a:p>
            <a:r>
              <a:t>    *   教师指导学生有感情地朗读古诗，注意节奏和语调。</a:t>
            </a:r>
          </a:p>
          <a:p>
            <a:r>
              <a:t>    *   学生个别朗读、小组朗读、齐读。</a:t>
            </a:r>
          </a:p>
          <a:p/>
          <a:p>
            <a:r>
              <a:t>**(三) 练习 (10分钟)**</a:t>
            </a:r>
          </a:p>
          <a:p/>
          <a:p>
            <a:r>
              <a:t>1.  **填空练习:**</a:t>
            </a:r>
          </a:p>
          <a:p>
            <a:r>
              <a:t>    *   床前（    ）光，疑是（    ）霜。</a:t>
            </a:r>
          </a:p>
          <a:p>
            <a:r>
              <a:t>    *   举头望（    ），低头思（    ）。</a:t>
            </a:r>
          </a:p>
          <a:p>
            <a:r>
              <a:t>2.  **看图说话:**</a:t>
            </a:r>
          </a:p>
          <a:p>
            <a:r>
              <a:t>    *   出示《静夜思》的插图，让学生根据图画内容，用自己的话说说古诗的意思。</a:t>
            </a:r>
          </a:p>
          <a:p>
            <a:r>
              <a:t>3.  **背诵古诗:**</a:t>
            </a:r>
          </a:p>
          <a:p>
            <a:r>
              <a:t>    *   学生自由背诵古诗。</a:t>
            </a:r>
          </a:p>
          <a:p>
            <a:r>
              <a:t>    *   指名背诵，师生评议。</a:t>
            </a:r>
          </a:p>
          <a:p/>
          <a:p>
            <a:r>
              <a:t>**(四) 总结 (5分钟)**</a:t>
            </a:r>
          </a:p>
          <a:p/>
          <a:p>
            <a:r>
              <a:t>1.  **教师总结:**</a:t>
            </a:r>
          </a:p>
          <a:p>
            <a:r>
              <a:t>    *   教师: “今天我们学习了《静夜思》这首古诗，了解了诗人的思乡之情。古诗语言精练，意境优美，我们要多读古诗，感受古诗的魅力。”</a:t>
            </a:r>
          </a:p>
          <a:p>
            <a:r>
              <a:t>2.  **布置作业:**</a:t>
            </a:r>
          </a:p>
          <a:p>
            <a:r>
              <a:t>    *   背诵《静夜思》。</a:t>
            </a:r>
          </a:p>
          <a:p>
            <a:r>
              <a:t>    *   用自己的话说说《静夜思》的意思。</a:t>
            </a:r>
          </a:p>
          <a:p>
            <a:r>
              <a:t>    *   收集其他思乡的古诗，读一读。</a:t>
            </a:r>
          </a:p>
          <a:p/>
          <a:p>
            <a:r>
              <a:t>**五、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</a:t>
            </a:r>
          </a:p>
          <a:p/>
          <a:p>
            <a:r>
              <a:t>*   **“床”的含义:**</a:t>
            </a:r>
          </a:p>
          <a:p>
            <a:r>
              <a:t>    *   通过图片展示古代的井栏和睡觉的床，让学生直观感受“床”的不同含义。</a:t>
            </a:r>
          </a:p>
          <a:p>
            <a:r>
              <a:t>    *   引导学生结合诗句内容，理解“床”在诗中最有可能指的是井栏。</a:t>
            </a:r>
          </a:p>
          <a:p>
            <a:r>
              <a:t>*   **写作背景:**</a:t>
            </a:r>
          </a:p>
          <a:p>
            <a:r>
              <a:t>    *   通过讲述李白的故事，帮助学生理解诗人创作这首诗时的情感。</a:t>
            </a:r>
          </a:p>
          <a:p>
            <a:r>
              <a:t>    *   引导学生联系自己的生活经验，体会思乡之情。</a:t>
            </a:r>
          </a:p>
          <a:p/>
          <a:p>
            <a:r>
              <a:t>**六、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</a:t>
            </a:r>
          </a:p>
          <a:p/>
          <a:p>
            <a:r>
              <a:t>*   **角色扮演:**</a:t>
            </a:r>
          </a:p>
          <a:p>
            <a:r>
              <a:t>    *   让学生扮演诗人李白，在安静的夜晚，望着明月，思念家乡，朗诵《静夜思》。</a:t>
            </a:r>
          </a:p>
          <a:p>
            <a:r>
              <a:t>*   **小组讨论:**</a:t>
            </a:r>
          </a:p>
          <a:p>
            <a:r>
              <a:t>    *   讨论“诗人为什么会把月光当成霜？”、“诗人为什么会思念家乡？”等问题。</a:t>
            </a:r>
          </a:p>
          <a:p>
            <a:r>
              <a:t>*   **古诗接龙:**</a:t>
            </a:r>
          </a:p>
          <a:p>
            <a:r>
              <a:t>    *   教师说出《静夜思》的一句诗，学生接下一句。</a:t>
            </a:r>
          </a:p>
          <a:p/>
          <a:p>
            <a:r>
              <a:t>**七、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</a:t>
            </a:r>
          </a:p>
          <a:p/>
          <a:p>
            <a:r>
              <a:t>1.  **封面:** 《静夜思》李白</a:t>
            </a:r>
          </a:p>
          <a:p>
            <a:r>
              <a:t>2.  **导入:** 思乡的话题</a:t>
            </a:r>
          </a:p>
          <a:p>
            <a:r>
              <a:t>3.  **古诗展示:** 《静夜思》全文</a:t>
            </a:r>
          </a:p>
          <a:p>
            <a:r>
              <a:t>4.  **生字学习:** 床、疑、举、望、低</a:t>
            </a:r>
          </a:p>
          <a:p>
            <a:r>
              <a:t>5.  **诗意讲解:** 逐句讲解，配图</a:t>
            </a:r>
          </a:p>
          <a:p>
            <a:r>
              <a:t>6.  **写作背景:** 李白的故事</a:t>
            </a:r>
          </a:p>
          <a:p>
            <a:r>
              <a:t>7.  **朗读指导:** 节奏、语调</a:t>
            </a:r>
          </a:p>
          <a:p>
            <a:r>
              <a:t>8.  **练习:** 填空、看图说话</a:t>
            </a:r>
          </a:p>
          <a:p>
            <a:r>
              <a:t>9.  **总结:** 古诗的魅力</a:t>
            </a:r>
          </a:p>
          <a:p>
            <a:r>
              <a:t>10. **作业:** 背诵、收集古诗</a:t>
            </a:r>
          </a:p>
          <a:p/>
          <a:p>
            <a:r>
              <a:t>**九、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