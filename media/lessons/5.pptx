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语文教案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小学五年级 - 40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学习古诗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教学重点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静夜思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