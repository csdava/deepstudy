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语文教案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小学五年级 - 40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教学目标**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教学步骤**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重难点讲解策略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重难点讲解策略**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课堂互动设计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课堂互动设计**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PPT大纲**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