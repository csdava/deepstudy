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语文教案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小学一年级 - 40分钟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展开</a:t>
            </a:r>
          </a:p>
          <a:p/>
          <a:p>
            <a:r>
              <a:t>学生能够正确朗读《静夜思》，做到发音准确、节奏清晰。  </a:t>
            </a:r>
          </a:p>
          <a:p>
            <a:r>
              <a:t>学生能够背诵《静夜思》，初步感受古诗的韵律美。  </a:t>
            </a:r>
          </a:p>
          <a:p>
            <a:r>
              <a:t>学生能够理解诗中“床前明月光”等关键句子的字面意思。  </a:t>
            </a:r>
          </a:p>
          <a:p>
            <a:r>
              <a:t>学生能够了解诗人李白的基本情况和这首诗的创作背景。  </a:t>
            </a:r>
          </a:p>
          <a:p>
            <a:r>
              <a:t>学生能够通过古诗学习，激发对传统文化的兴趣。</a:t>
            </a:r>
          </a:p>
          <a:p/>
          <a:p>
            <a:r>
              <a:t>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（包括导入、新授、练习、总结）</a:t>
            </a:r>
          </a:p>
          <a:p/>
          <a:p>
            <a:r>
              <a:t>导入（5分钟）：教师展示一幅月夜的图片，提问学生夜晚看到的月亮是什么样子的，引导学生回忆夜晚的场景，引出今天要学习的古诗《静夜思》。</a:t>
            </a:r>
          </a:p>
          <a:p/>
          <a:p>
            <a:r>
              <a:t>新授（20分钟）：教师朗读古诗，学生跟读，注意纠正发音和节奏。逐句讲解古诗的意思，重点解释“床前明月光，疑是地上霜”等句子。介绍诗人李白的简单背景，如他是唐代著名诗人，喜欢写月亮等。</a:t>
            </a:r>
          </a:p>
          <a:p/>
          <a:p>
            <a:r>
              <a:t>练习（10分钟）：学生分组朗读古诗，互相纠正发音。教师带领学生打节拍朗读，感受古诗的韵律。通过填空练习巩固学生对诗句的记忆，例如“床前______光，疑是______霜”。</a:t>
            </a:r>
          </a:p>
          <a:p/>
          <a:p>
            <a:r>
              <a:t>总结（5分钟）：教师总结古诗的内容和主题，强调李白通过月亮表达思乡之情。鼓励学生回家后背诵给家长听。</a:t>
            </a:r>
          </a:p>
          <a:p/>
          <a:p>
            <a:r>
              <a:t>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重难点讲解策略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了解背景是教学难点。教师可以通过讲故事的方式介绍李白，比如李白小时候的故事，或者他为什么写这首诗，用简单有趣的语言吸引学生注意。  </a:t>
            </a:r>
          </a:p>
          <a:p>
            <a:r>
              <a:t>对于诗中“疑是地上霜”的理解，教师可以用实物展示霜的样子，或者用图片对比月光和霜的相似之处，帮助学生理解比喻的用法。</a:t>
            </a:r>
          </a:p>
          <a:p/>
          <a:p>
            <a:r>
              <a:t>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课堂互动设计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在导入环节，教师提问学生关于月亮的问题，如“你们晚上看到的月亮是什么样子的？”鼓励学生举手回答。  </a:t>
            </a:r>
          </a:p>
          <a:p>
            <a:r>
              <a:t>在新授环节，教师让学生模仿诗人的动作，如抬头看月亮，低头思故乡，增强体验感。  </a:t>
            </a:r>
          </a:p>
          <a:p>
            <a:r>
              <a:t>在练习环节，学生分组朗读，互相评价，教师巡视指导。</a:t>
            </a:r>
          </a:p>
          <a:p/>
          <a:p>
            <a:r>
              <a:t>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第一页：标题《静夜思》，配月夜图片。  </a:t>
            </a:r>
          </a:p>
          <a:p>
            <a:r>
              <a:t>第二页：诗人李白的简单介绍和画像。  </a:t>
            </a:r>
          </a:p>
          <a:p>
            <a:r>
              <a:t>第三页：古诗全文，标注拼音。  </a:t>
            </a:r>
          </a:p>
          <a:p>
            <a:r>
              <a:t>第四页：逐句讲解，配对应意境的图片。  </a:t>
            </a:r>
          </a:p>
          <a:p>
            <a:r>
              <a:t>第五页：填空练习题目。  </a:t>
            </a:r>
          </a:p>
          <a:p>
            <a:r>
              <a:t>第六页：总结和作业要求。</a:t>
            </a:r>
          </a:p>
          <a:p/>
          <a:p>
            <a:r>
              <a:t>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